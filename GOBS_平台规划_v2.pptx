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</a:rPr>
              <a:t>GOBS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834640"/>
            <a:ext cx="4114800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71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游戏运营与内容发行系统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930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Game Operations &amp; Broadcasting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587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B8A"/>
                </a:solidFill>
              </a:rPr>
              <a:t>产品愿景  ·  架构规划  ·  落地路线图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51960"/>
            <a:ext cx="16459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79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v2.0  |  2026年4月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097280"/>
            <a:ext cx="347472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23774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7490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FF"/>
                </a:solidFill>
              </a:rPr>
              <a:t>智能发行飞轮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879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</a:rPr>
              <a:t>感知 · 洞察 · 执行 · 学习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F"/>
                </a:solidFill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今日议程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14173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73152" cy="14173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39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8D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67335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我们在哪里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1671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梳理 GOBS H5 当前已有能力与现存缺口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39"/>
            <a:ext cx="11274552" cy="14173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63239"/>
            <a:ext cx="73152" cy="1417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227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我们要去哪里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72160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愿景：AI 驱动的游戏发行飞轮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11274552" cy="14173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73152" cy="14173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8B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47823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如何实现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52760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架构分层、核心模块拆解与时间节点规划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A2035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我们在哪里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41148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64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FF"/>
                </a:solidFill>
              </a:rPr>
              <a:t>WHERE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盘点 GOBS H5 当前的核心能力，以及飞轮尚未闭合的关键缺口。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F"/>
                </a:solidFill>
              </a:rPr>
              <a:t>01  我们在哪里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GOBS H5 — 当前平台能力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今天已经可以做的事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669280" cy="24231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66928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🎬  内容生产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122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Studio：文本/参考图驱动生视频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Seedance 2.0 集成（ViralDance）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多分镜故事板 + 全局风格锁定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角色形象编辑器 + 形象演化树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5669280" cy="24231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08760"/>
            <a:ext cx="566928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6459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🧑‍🎨  角色系统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122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角色卡 + 形象树（多变体管理）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420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状态衣橱：基础形象 + 多状态变体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71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形象库：保存并跨项目复用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015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场景道具卡生图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79"/>
            <a:ext cx="5669280" cy="24231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79"/>
            <a:ext cx="566928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8B"/>
                </a:solidFill>
              </a:rPr>
              <a:t>📤  分发系统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72583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GeeLark 账号矩阵集成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0235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夜间批量定时发布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3211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TikTok / Instagram 多账号支持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61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任务看板 + 状态追踪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069079"/>
            <a:ext cx="5669280" cy="24231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069079"/>
            <a:ext cx="566928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206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🗂️  高级制片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72583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完整制片向导流程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0235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模板市场 + 保存为模板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53211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Drive 素材选取器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961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·  批量任务队列管理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F"/>
                </a:solidFill>
              </a:rPr>
              <a:t>01  我们在哪里  ·  缺口分析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飞轮断在哪里？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生产与分发之后，什么都没发生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2468880" cy="1325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246888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内容
生产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1965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6B8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508760"/>
            <a:ext cx="2468880" cy="1325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08760"/>
            <a:ext cx="246888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16916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分发
发布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1965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6B8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508760"/>
            <a:ext cx="2468880" cy="1325880"/>
          </a:xfrm>
          <a:prstGeom prst="rect">
            <a:avLst/>
          </a:prstGeom>
          <a:solidFill>
            <a:srgbClr val="22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508760"/>
            <a:ext cx="246888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</a:rPr>
              <a:t>❌ 缺失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7830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6B8A"/>
                </a:solidFill>
              </a:rPr>
              <a:t>表现
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965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6B8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508760"/>
            <a:ext cx="2468880" cy="1325880"/>
          </a:xfrm>
          <a:prstGeom prst="rect">
            <a:avLst/>
          </a:prstGeom>
          <a:solidFill>
            <a:srgbClr val="22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508760"/>
            <a:ext cx="246888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</a:rPr>
              <a:t>❌ 缺失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7830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6B8A"/>
                </a:solidFill>
              </a:rPr>
              <a:t>洞察
决策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17520"/>
            <a:ext cx="5669280" cy="16916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64008" cy="16916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15467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无数据回流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547872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发布后视频表现数据（播放量/完播率/互动）从未回到平台。「做了什么」和「结果如何」之间没有因果链路。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017520"/>
            <a:ext cx="5669280" cy="16916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017520"/>
            <a:ext cx="64008" cy="1691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15467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无智能洞察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3547872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零 AI 归因分析。不知道哪类内容、哪个角色、哪个时间段表现最好。所有决策靠经验和感觉。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00600"/>
            <a:ext cx="5669280" cy="16916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800600"/>
            <a:ext cx="64008" cy="16916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937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00"/>
                </a:solidFill>
              </a:rPr>
              <a:t>无行动建议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30952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即使有数据，也没有机制把信号转化成具体 Action：做这条视频、联系这个 KOL、修复这个游戏系统。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800600"/>
            <a:ext cx="5669280" cy="16916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4800600"/>
            <a:ext cx="64008" cy="169164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937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无自我学习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8" y="5330952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平台无法从历史 Action 中学习。每次 campaign 从零开始，没有复利积累，没有智能进化。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A2035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我们要去哪里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45720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6499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FF"/>
                </a:solidFill>
              </a:rPr>
              <a:t>WHERE WE AIM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AI 驱动的智能发行飞轮——感知、洞察、执行、学习，最终自主运转。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FF"/>
                </a:solidFill>
              </a:rPr>
              <a:t>02  我们要去哪里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GOBS 愿景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绑定游戏，AI 接管发行运转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用户绑定游戏后，平台持续采集内外部信号，AI 生成基于发行阶段和 ROI 的行动建议，Agent 自动执行并追踪效果，系统不断自我学习，最终以小团队驾驭大发行规模。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743200" cy="28346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7432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33172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8DFF"/>
                </a:solidFill>
              </a:rPr>
              <a:t>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8D0"/>
                </a:solidFill>
              </a:rPr>
              <a:t>游戏KPI · 内容表现
买量数据 · 舆情 · KOL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194560"/>
            <a:ext cx="2743200" cy="28346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194560"/>
            <a:ext cx="27432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33172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FF"/>
                </a:solidFill>
              </a:rPr>
              <a:t>洞察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520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8D0"/>
                </a:solidFill>
              </a:rPr>
              <a:t>AI归因 · 阶段感知
ROI排序行动建议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2743200" cy="28346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94560"/>
            <a:ext cx="27432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33172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C42"/>
                </a:solidFill>
              </a:rPr>
              <a:t>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520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8D0"/>
                </a:solidFill>
              </a:rPr>
              <a:t>视频生产 · 分发
KOL · 危机 · PRD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194560"/>
            <a:ext cx="2743200" cy="28346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2194560"/>
            <a:ext cx="27432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19" y="233172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8B"/>
                </a:solidFill>
              </a:rPr>
              <a:t>追踪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3520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8D0"/>
                </a:solidFill>
              </a:rPr>
              <a:t>ROI归因
行动→效果因果记录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3375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33375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33375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1389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8B"/>
                </a:solidFill>
              </a:rPr>
              <a:t>↩  自学习反馈闭环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32120"/>
            <a:ext cx="3657600" cy="102412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532120"/>
            <a:ext cx="36576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FF"/>
                </a:solidFill>
              </a:rPr>
              <a:t>辅助模式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989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AI 推荐，人工确认每个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36422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0–3 个月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61688" y="5532120"/>
            <a:ext cx="3657600" cy="102412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61688" y="553212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79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半自动模式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79" y="5989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低风险 Action 自动执行，高风险人审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79" y="636422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3–6 个月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66175" y="5532120"/>
            <a:ext cx="3657600" cy="102412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66175" y="5532120"/>
            <a:ext cx="3657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7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8B"/>
                </a:solidFill>
              </a:rPr>
              <a:t>全自动模式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7" y="5989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设定方向与红线，平台自主运转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0767" y="636422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6 个月以上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FF"/>
                </a:solidFill>
              </a:rPr>
              <a:t>02  我们要去哪里  · 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完整平台架构（8层）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从数据采集到自主执行的全栈设计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74552" cy="557784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73152" cy="55778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B8DFF"/>
                </a:solidFill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4904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接入层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52704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游戏绑定 · 发行阶段配置 · 合规设置 · 知识库初始化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39112"/>
            <a:ext cx="11274552" cy="557784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39112"/>
            <a:ext cx="73152" cy="55778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2140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8B"/>
                </a:solidFill>
              </a:rPr>
              <a:t>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208483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数据感知层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214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游戏内KPI · 内容表现 · 买量数据(Meta/TikTok Ads) · 舆情 · KOL · 竞品动向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11274552" cy="557784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33472"/>
            <a:ext cx="73152" cy="55778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71576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FF"/>
                </a:solidFill>
              </a:rPr>
              <a:t>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267919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洞察引擎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71576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归因分析 · 阶段感知建议 · ROI权重排序 · 每日行动清单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27832"/>
            <a:ext cx="11274552" cy="557784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27832"/>
            <a:ext cx="73152" cy="55778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101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42"/>
                </a:solidFill>
              </a:rPr>
              <a:t>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32735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合规检查层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31012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内容规则 · 地区过滤 · 风险评级（自动放行/人工审核/拦截）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22191"/>
            <a:ext cx="11274552" cy="557784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822191"/>
            <a:ext cx="73152" cy="55778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04487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B8DFF"/>
                </a:solidFill>
              </a:rPr>
              <a:t>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386791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Action Agent层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904487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内容Agent · 分发Agent · KOL Agent · 危机Agent · 产品Agent · 买量Agent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16552"/>
            <a:ext cx="11274552" cy="557784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416552"/>
            <a:ext cx="73152" cy="55778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49884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4D6D"/>
                </a:solidFill>
              </a:rPr>
              <a:t>L5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" y="4462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人工审核门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49884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官号发布 · KOL合作确认 · 危机公关 · 预算调整  →  永远需要人工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10912"/>
            <a:ext cx="11274552" cy="557784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10912"/>
            <a:ext cx="73152" cy="5577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09320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100"/>
                </a:solidFill>
              </a:rPr>
              <a:t>L6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" y="5056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ROI追踪层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50932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每次Action成本 · 增量价值归因 · 周度ROI排行 · 预算分配建议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605272"/>
            <a:ext cx="11274552" cy="557784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605272"/>
            <a:ext cx="73152" cy="55778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68756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FF"/>
                </a:solidFill>
              </a:rPr>
              <a:t>L7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2144" y="5650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记忆与自学习层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568756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行动档案（触发→执行→结果） · 策略权重更新 · 跨游戏经验迁移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A2035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如何实现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3657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192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8B"/>
                </a:solidFill>
              </a:rPr>
              <a:t>HOW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764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核心模块拆解、功能点清单，以及有明确时间节点的交付路线图。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8B"/>
                </a:solidFill>
              </a:rPr>
              <a:t>03  如何实现  · 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1 — 地基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第1个月  |  目标：打通数据闭环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第1个月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6576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FF"/>
                </a:solidFill>
              </a:rPr>
              <a:t>游戏接入模块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3042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游戏绑定：名称/地区/平台/团队配置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715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第1周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546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发行阶段配置（软上线/爆发期/长线运营）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第1周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0050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05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官号 OAuth 授权（TikTok/YouTube/IG）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416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55464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855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合规配置：地区分级 + 内容红线设置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2669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70585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7058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知识库初始化（Wiki/角色设定/历史内容）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61173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8" y="1737360"/>
            <a:ext cx="3657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8B"/>
                </a:solidFill>
              </a:rPr>
              <a:t>数据回流（L1 MVP）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6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3042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官号内容表现数据接入（平台API）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2715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6" y="31546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视频→效果因果记录（模板/角色/时间/平台）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6" y="40050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005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每日表现数据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416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6" y="4855464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855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游戏内数据接入（DAU/MAU，API或手动）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2669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第3–4周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6" y="570585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57058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买量数据接入（TikTok Ads / Meta Ads API）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61173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91856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91856" y="173736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9016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内容生产优化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1583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8B"/>
                </a:solidFill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3608" y="23042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8B"/>
                </a:solidFill>
              </a:rPr>
              <a:t>角色卡「保存到形象库」入口  ✅ 已完成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8" y="2715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CC8B"/>
                </a:solidFill>
              </a:rPr>
              <a:t>Done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1583" y="31546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8B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93608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8B"/>
                </a:solidFill>
              </a:rPr>
              <a:t>状态衣橱基础形象自动带入定稿图  ✅ 已完成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93608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CC8B"/>
                </a:solidFill>
              </a:rPr>
              <a:t>Done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1583" y="40050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3608" y="4005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批量变体生产（同方向3条，A/B测试）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93608" y="4416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1583" y="4855464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3608" y="4855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品质自动评分（完整度/动作流畅度）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93608" y="52669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01583" y="570585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93608" y="57058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高表现视频自动沉淀为模板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93608" y="61173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FF"/>
                </a:solidFill>
              </a:rPr>
              <a:t>03  如何实现  · 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2 — 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第2–3个月  |  目标：洞察驱动行动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645920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第2–3个月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洞察引擎（L2）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舆情数据接入（Reddit/TikTok/Twitter情绪分析）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17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内容归因：角色/模板/时间段效果分析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10712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第2个月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307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307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阶段感知：同信号在不同发行阶段给不同建议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第2个月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43983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43983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竞品监控：内容趋势/买量动向/版本节奏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37175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第2–3个月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5721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ROI基准：每类Action成本 vs 增量价值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50408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第3个月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7044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704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每日洞察报告 + 优先级排序行动清单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6364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第3个月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24528" y="1737360"/>
            <a:ext cx="36576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行动推荐层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6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行动Brief生成（触发原因/执行内容/预期效果）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269748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第2个月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6" y="3017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3017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人工确认流程（确认→队列→Agent执行）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3410712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第2个月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6" y="37307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37307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KOL数据库：分级档案（一/二/三线）/受众/报价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8" y="4123944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第2–3个月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6" y="4443983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8" y="4443983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KOL合作机会识别 + 邀约文案起草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4837175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第3个月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6" y="515721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8848" y="515721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危机检测：负面情绪触发阈值→进入危机模式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8" y="5550408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第3个月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6" y="587044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8848" y="58704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危机模式：暂停所有发布，辅助起草官方回应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8848" y="626364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第3个月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91856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91856" y="1737360"/>
            <a:ext cx="3657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9016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8B"/>
                </a:solidFill>
              </a:rPr>
              <a:t>分发与合规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1583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6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地区内容变体（字幕/配音按地区自动生成）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6176" y="269748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第2个月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1583" y="3017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6" y="3017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合规门：每次发布前自动过规则检查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6176" y="3410712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第2个月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01583" y="37307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66176" y="37307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风险评级：自动放行/标记/拦截三档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6" y="4123944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第2个月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1583" y="4443983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66176" y="4443983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最优发布时间推荐（基于历史数据ML）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66176" y="4837175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第3个月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01583" y="515721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6" y="515721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多平台同步发布 + 平台格式适配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5550408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第3个月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42"/>
                </a:solidFill>
              </a:rPr>
              <a:t>03  如何实现  · 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3 — 智能化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第4–6个月  |  目标：自学习，半自动运转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645920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第4–6个月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6576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全套 Action Agent（L4）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内容Agent：prompt生成→Seedance→品质评分→审核队列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17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分发Agent：最优时间自动发布，官号+矩阵号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10712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第4个月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307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307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KOL Agent：合作追踪/邀约起草/效果归因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第4个月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43983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43983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买量Agent：高效素材特征提取/预算再分配建议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37175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第4–5个月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5721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产品Agent：玩家反馈→根因分析→PRD草稿→Jira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50408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第5个月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7044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704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危机Agent：舆情监控→危机模式→回应起草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6364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第5个月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24528" y="173736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记忆与自学习（L7）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6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行动档案：触发→执行→ROI结果完整因果记录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269748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第4个月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6" y="3017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3017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周度策略权重更新：高ROI行动类型优先推荐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3410712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第5个月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6" y="37307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37307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Agent默认参数调优（时间/风格/角色偏好）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8" y="4123944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第5个月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6" y="4443983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8" y="4443983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游戏新版本发布→知识库自动更新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4837175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第5个月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6" y="515721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8848" y="515721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负反馈学习：被拒绝Action降低推荐权重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8" y="5550408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第5–6个月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6" y="587044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8848" y="58704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行业Benchmark数据库（各品类正常完播率/CPM）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8848" y="626364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第6个月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91856" y="1737360"/>
            <a:ext cx="3657600" cy="4754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91856" y="1737360"/>
            <a:ext cx="3657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9016" y="18470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8B"/>
                </a:solidFill>
              </a:rPr>
              <a:t>ROI追踪与汇报（L6）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1583" y="230428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6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每次Action成本模型（工具+人力当量估算）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6176" y="269748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第4个月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1583" y="3017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6" y="3017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增量价值归因（DAU/营收提升归因到具体Action）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6176" y="3410712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第4–5个月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01583" y="37307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66176" y="37307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周度ROI排行榜：哪类Action性价比最高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6" y="4123944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第5个月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1583" y="4443983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66176" y="4443983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预算分配建议：把钱花在ROI最高的Action上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66176" y="4837175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第5个月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01583" y="5157216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6" y="515721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半自动模式上线：低风险Action免审核自动执行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5550408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第6个月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01583" y="587044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66176" y="58704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跨游戏经验迁移：A游戏有效策略推荐给B游戏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66176" y="626364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第6个月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8B"/>
                </a:solidFill>
              </a:rPr>
              <a:t>03  如何实现  ·  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4 — 飞轮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6个月以上  |  目标：平台自主运转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6个月以上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440680" cy="1188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73152" cy="11887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8B"/>
                </a:solidFill>
              </a:rPr>
              <a:t>全自动模式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5856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低风险 Action 自动执行，无需每次审批。人工设定方向与红线，周度复盘替代日常审核。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5440680" cy="1188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73152" cy="1188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4612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三维优化矩阵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3016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账号画像 × 内容类型 × 发布时间，由学习层持续优化，覆盖各平台各地区。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5440680" cy="1188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73152" cy="11887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61772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跨游戏智能迁移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00176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游戏A的有效策略为游戏B提供参考。平台逐步积累各品类的发行 Playbook。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783080"/>
            <a:ext cx="5440680" cy="1188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783080"/>
            <a:ext cx="73152" cy="11887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1874519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智能发行飞轮闭环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225856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感知→洞察→执行→追踪→学习→循环。人的角色从「操盘手」变为「方向定义者」。10人团队发挥100人规模。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154680"/>
            <a:ext cx="5440680" cy="1188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154680"/>
            <a:ext cx="73152" cy="1188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324612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平台级行业智能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363016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跨游戏聚合数据（脱敏）形成行业基准。GOBS 成为该品类「好的发行是什么样子」的参照标准。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4526280"/>
            <a:ext cx="5440680" cy="1188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526280"/>
            <a:ext cx="73152" cy="11887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61772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永远保留人工的边界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500176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0"/>
                </a:solidFill>
              </a:rPr>
              <a:t>品牌官号发布 · KOL合同签署 · 危机公关最终定稿 · 重大预算决策 · 产品路线方向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F"/>
                </a:solidFill>
              </a:rPr>
              <a:t>03  如何实现  ·  路线图总览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交付路线图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各阶段核心模块交付时间线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816352" cy="53035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356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1
第1个月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417320"/>
            <a:ext cx="2816352" cy="5303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356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2
第2–3个月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28816" y="1417320"/>
            <a:ext cx="2816352" cy="5303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4356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3
第4–6个月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64624" y="1417320"/>
            <a:ext cx="2816352" cy="530352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7776" y="14356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4
6个月以上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2011680"/>
            <a:ext cx="457200" cy="61264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" y="217627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B8DFF"/>
                </a:solidFill>
              </a:rPr>
              <a:t>数据层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11680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4884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游戏绑定+知识库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011680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214884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舆情+竞品接入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8816" y="2011680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5" y="214884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买量深度分析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64624" y="2011680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3" y="214884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跨游戏Benchmark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624328"/>
            <a:ext cx="457200" cy="61264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" y="2788920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B8DFF"/>
                </a:solidFill>
              </a:rPr>
              <a:t>洞察引擎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624328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6148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表现数据Dashboard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2624328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276148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归因+阶段感知建议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28816" y="2624328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0255" y="276148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ROI排序行动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64624" y="2624328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6063" y="276148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三维优化矩阵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236976"/>
            <a:ext cx="457200" cy="61264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" y="3401568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B8DFF"/>
                </a:solidFill>
              </a:rPr>
              <a:t>合规检查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36976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74136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合规配置搭建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3236976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84448" y="3374136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合规门+风险评级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28816" y="3236976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17536" y="34198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64624" y="3236976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53344" y="34198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3849624"/>
            <a:ext cx="457200" cy="61264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" y="4014216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B8DFF"/>
                </a:solidFill>
              </a:rPr>
              <a:t>Action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849624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98678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内容Agent MVP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3849624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84448" y="398678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分发+KOL Agent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28816" y="3849624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0255" y="398678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全套Agent+危机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64624" y="3849624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56063" y="398678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全自动模式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462272"/>
            <a:ext cx="457200" cy="61264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" y="4626864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B8DFF"/>
                </a:solidFill>
              </a:rPr>
              <a:t>人工审核门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462272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599432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所有Action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93008" y="4462272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84448" y="4599432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仅高风险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28816" y="4462272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0255" y="4599432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仅高风险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64624" y="4462272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56063" y="4599432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品牌/预算/危机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5074920"/>
            <a:ext cx="457200" cy="61264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" y="523951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B8DFF"/>
                </a:solidFill>
              </a:rPr>
              <a:t>ROI追踪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074920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45920" y="5257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93008" y="5074920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84448" y="521208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成本基准模型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74920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0255" y="521208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ROI排行+预算建议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64624" y="5074920"/>
            <a:ext cx="2999232" cy="612648"/>
          </a:xfrm>
          <a:prstGeom prst="rect">
            <a:avLst/>
          </a:prstGeom>
          <a:solidFill>
            <a:srgbClr val="12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53344" y="5257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5687568"/>
            <a:ext cx="457200" cy="61264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" y="5852160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B8DFF"/>
                </a:solidFill>
              </a:rPr>
              <a:t>学习层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687568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45920" y="5870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93008" y="5687568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81728" y="5870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28816" y="5687568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20255" y="582472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行动档案+权重更新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64624" y="5687568"/>
            <a:ext cx="2999232" cy="61264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56063" y="582472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跨游戏迁移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64008" cy="2743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</a:rPr>
              <a:t>03  如何实现  ·  自动化边界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自动化 vs 人工判断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知道哪些不能自动化，和知道哪些可以，同样重要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52120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8B"/>
                </a:solidFill>
              </a:rPr>
              <a:t>✅  可以全自动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299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数据采集与每日 Dashboard 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归因分析与洞察报告生成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6382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视频生产（进审核队列，不直接发布）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307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矩阵号/小号内容分发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97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内部洞察报告与 PRD 草稿生成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646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品质评分不达标视频自动重生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3153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竞品与舆情持续监控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9846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最优发布时间推荐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792" y="1463040"/>
            <a:ext cx="5394960" cy="52120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463040"/>
            <a:ext cx="539496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</a:rPr>
              <a:t>🚫  必须人工审核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029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品牌官号公开内容发布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3957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B8A"/>
                </a:solidFill>
              </a:rPr>
              <a:t>错误成本高，一旦发出影响品牌形象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807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KOL合作确认与签约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172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B8A"/>
                </a:solidFill>
              </a:rPr>
              <a:t>商务关系，需要人工判断和谈判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5844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危机公关最终回应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950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B8A"/>
                </a:solidFill>
              </a:rPr>
              <a:t>声誉攸关，措辞错误会扩大危机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361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跨地区敏感内容发布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7274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B8A"/>
                </a:solidFill>
              </a:rPr>
              <a:t>文化差异，AI无法完全判断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1389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重大预算调整（超过阈值）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504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B8A"/>
                </a:solidFill>
              </a:rPr>
              <a:t>财务风险，需要明确责任主体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916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产品PRD正式提交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62819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B8A"/>
                </a:solidFill>
              </a:rPr>
              <a:t>业务影响，需要利益相关方对齐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飞轮的启动
只需要一个决定：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5B8DFF"/>
                </a:solidFill>
              </a:rPr>
              <a:t>打通数据闭环。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50292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D0"/>
                </a:solidFill>
              </a:rPr>
              <a:t>感知→洞察→执行→追踪→学习——这套飞轮中的一切，都建立在「我们做了什么」和「结果怎么样」能被连接的前提上。Phase 1 是地基，先把它做扎实。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514600" cy="157276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25146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159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第1步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36592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数据回流
（内容→表现）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206240"/>
            <a:ext cx="2514600" cy="157276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4206240"/>
            <a:ext cx="2514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43159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第2步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4736592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洞察引擎MVP
（阶段感知）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2514600" cy="157276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206240"/>
            <a:ext cx="2514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3159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8B"/>
                </a:solidFill>
              </a:rPr>
              <a:t>第3步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736592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Action Agent
+合规门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206240"/>
            <a:ext cx="2514600" cy="1572768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4206240"/>
            <a:ext cx="25146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43159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第4步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736592"/>
            <a:ext cx="2240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自学习
+ROI追踪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10人团队  ×  GOBS  =  100人规模的发行能力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9282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2026年4月  ·  内部机密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