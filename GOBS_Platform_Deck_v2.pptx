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GOBS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063240"/>
            <a:ext cx="4572000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B8D0"/>
                </a:solidFill>
              </a:rPr>
              <a:t>Game Operations &amp; Broadcasting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B8A"/>
                </a:solidFill>
              </a:rPr>
              <a:t>Product Vision · Architecture ·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137160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3251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v2.0  |  Apr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914400"/>
            <a:ext cx="3657600" cy="502920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Confidential  ·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Today's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8D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361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We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2996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Current capabilities of GOBS H5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11274552" cy="137160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906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We Aim to 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844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Vision: AI-driven game publishing flywheel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11274552" cy="137160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73152" cy="137160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8B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451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How to Achieve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138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Architecture, core modules &amp; delivery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A2035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WHERE
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A look at what GOBS H5 can do today —
and where the gaps 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3200400" cy="457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01  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GOBS H5 — Current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What exists and works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577840" cy="2331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57784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FF"/>
                </a:solidFill>
              </a:rPr>
              <a:t>🎬  Content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Studio: text/reference-based video 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Seedance 2.0 integration (ViralDance)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Multi-shot storyboard with style 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Character portrait editor + look tree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577840" cy="2331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57784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FF"/>
                </a:solidFill>
              </a:rPr>
              <a:t>🧑‍🎨  Character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Character card with look tree (variants)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Wardrobe panel: base image + state costumes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Character library: save / reuse across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Scene &amp; prop card image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0479"/>
            <a:ext cx="5577840" cy="2331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40479"/>
            <a:ext cx="557784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8B"/>
                </a:solidFill>
              </a:rPr>
              <a:t>📤 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891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GeeLark account matrix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005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Batch overnight publishing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12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TikTok / Instagram multi-account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235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Task board with status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840479"/>
            <a:ext cx="5577840" cy="2331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840479"/>
            <a:ext cx="557784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77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42"/>
                </a:solidFill>
              </a:rPr>
              <a:t>🗂️  Production Wizard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3891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Advanced production flow (高级制片)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8005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Template market &amp; save-as-template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212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Drive material picker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6235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Batch job queue 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01  WHERE WE ARE  · 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What's Missing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The flywheel is broken — no closed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286000" cy="1188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286000" cy="457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6051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Content
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06B8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280160"/>
            <a:ext cx="2286000" cy="11887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280160"/>
            <a:ext cx="22860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16051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Distribution
(GeeLark)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06B8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280160"/>
            <a:ext cx="2286000" cy="118872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1280160"/>
            <a:ext cx="2286000" cy="457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416051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6B8A"/>
                </a:solidFill>
              </a:rPr>
              <a:t>Performance
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</a:rPr>
              <a:t>❌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06B8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2286000" cy="118872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2286000" cy="457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16051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6B8A"/>
                </a:solidFill>
              </a:rPr>
              <a:t>Insights &amp;
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</a:rPr>
              <a:t>❌ Missing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43200"/>
            <a:ext cx="5577840" cy="160020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743200"/>
            <a:ext cx="54864" cy="16002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880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No Data Feedback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2004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After publishing, performance data (views, completion rate, engagement) never returns to the platform. There is no causal link between 'what we made' and 'how it performed'.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743200"/>
            <a:ext cx="5577840" cy="160020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743200"/>
            <a:ext cx="54864" cy="16002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880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No Intelligence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2004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Zero AI-driven insight. No attribution analysis. No understanding of which content type, character, or timing works best. All decisions are manual and gut-feel.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5577840" cy="160020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572000"/>
            <a:ext cx="54864" cy="1600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709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No Actionable Recommendations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292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Even if data existed, there is no mechanism to translate signals into concrete actions: produce this video, engage this KOL, fix this game system.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572000"/>
            <a:ext cx="5577840" cy="160020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572000"/>
            <a:ext cx="54864" cy="1600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709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No Self-Improvement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292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The platform cannot learn from past actions. Every campaign starts from scratch. No compounding intelligence.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A2035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WHERE
WE AIM
TO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An AI-powered publishing flywheel that learns,
adapts, and eventually runs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92040"/>
            <a:ext cx="45720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02  WHERE WE AIM TO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GOBS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Bind your game. Let AI run your publishing.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A game operator binds their game once. From that moment, GOBS continuously senses internal and external signals, generates AI-driven insights, recommends and executes actions — then learns from every outcome. Over time, the platform runs the publishing flywheel autonomously.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514600" cy="2651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FF"/>
                </a:solidFill>
              </a:rP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</a:rPr>
              <a:t>Collect game KPIs,
content performance,
buy data, sentiment, KOL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103120"/>
            <a:ext cx="2514600" cy="2651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FF"/>
                </a:solidFill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37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</a:rPr>
              <a:t>AI attribution,
stage-aware advice,
ROI-ranked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103120"/>
            <a:ext cx="2514600" cy="2651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FF"/>
                </a:solidFill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337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</a:rPr>
              <a:t>Agent executes:
video, distribution,
KOL, crisis, PRD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103120"/>
            <a:ext cx="2514600" cy="2651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FF"/>
                </a:solidFill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3375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</a:rPr>
              <a:t>ROI attribution,
causal link:
action →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31089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4728" y="31089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7928" y="31089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8B"/>
                </a:solidFill>
              </a:rPr>
              <a:t>↩  Self-learning feedback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57800"/>
            <a:ext cx="3657600" cy="14173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57800"/>
            <a:ext cx="3657600" cy="457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Assisted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AI recommends,
human approves 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Month 0–3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1688" y="5257800"/>
            <a:ext cx="3657600" cy="14173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1688" y="5257800"/>
            <a:ext cx="36576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Semi-Auto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5715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Low-risk actions auto-execute,
high-risk human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Month 3–6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66175" y="5257800"/>
            <a:ext cx="3657600" cy="141732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66175" y="5257800"/>
            <a:ext cx="3657600" cy="457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9055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8B"/>
                </a:solidFill>
              </a:rPr>
              <a:t>Full-Auto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5" y="5715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Set direction &amp; guardrails,
platform self-operates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5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Month 6+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02  WHERE WE AIM TO GO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Full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8-layer stack from data to autonomous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74552" cy="57607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64008" cy="57607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F"/>
                </a:solidFill>
              </a:rPr>
              <a:t>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89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6362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Game bind · Publishing stage config · Compliance setup · Knowledge base init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56232"/>
            <a:ext cx="11274552" cy="57607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56232"/>
            <a:ext cx="64008" cy="576072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476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8B"/>
                </a:solidFill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110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Signal Collector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185416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In-game KPIs · Content performance · Buy data (Meta/TikTok Ads) · Sentiment · KOL · Competitor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78024"/>
            <a:ext cx="11274552" cy="57607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78024"/>
            <a:ext cx="64008" cy="57607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694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FF"/>
                </a:solidFill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5328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Insight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80720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Attribution analysis · Stage-aware recommendations · ROI-ranked action list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99816"/>
            <a:ext cx="11274552" cy="57607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099816"/>
            <a:ext cx="64008" cy="57607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1912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42"/>
                </a:solidFill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154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Compliance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42900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Content rules · Regional filters · Risk scoring (auto / manual routing)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1608"/>
            <a:ext cx="11274552" cy="57607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21608"/>
            <a:ext cx="64008" cy="57607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13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DFF"/>
                </a:solidFill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776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Action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05079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Content Agent · Distribution Agent · KOL Agent · Crisis Agent · Product Agent · Ads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43400"/>
            <a:ext cx="11274552" cy="57607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343400"/>
            <a:ext cx="64008" cy="5760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4348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</a:rPr>
              <a:t>L5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3982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Human Review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67258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Official publish · KOL deals · Crisis PR · Budget changes  →  always human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65192"/>
            <a:ext cx="11274552" cy="57607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965192"/>
            <a:ext cx="64008" cy="57607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05663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0"/>
                </a:solidFill>
              </a:rPr>
              <a:t>L6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020055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ROI Tracker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294376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Cost per action · Incremental value attribution · Weekly ROI leaderboard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86984"/>
            <a:ext cx="11274552" cy="57607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586984"/>
            <a:ext cx="64008" cy="57607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6784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FF"/>
                </a:solidFill>
              </a:rPr>
              <a:t>L7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5641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Memory &amp; 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91616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Action archive · Strategy weight update · Cross-game knowledge transfer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A2035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HOW TO
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Core modules, feature breakdown,
and a time-bound delivery roadmap.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4114800" cy="457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03  HOW TO ACHIEVE  · 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Phase 1 —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Month 1  |  Goal: Close the data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790956" cy="256032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33856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6576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FF"/>
                </a:solidFill>
              </a:rPr>
              <a:t>Game Onboarding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Game bind: name, region, platform,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Publishing stage configuration (soft launch / burst / long-tail)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Official social account OAuth (TikTok, YouTube, IG)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Compliance config: regional ratings, content red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Knowledge base initialization (Wiki, character lore, past content)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1508760"/>
            <a:ext cx="3657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8B"/>
                </a:solidFill>
              </a:rPr>
              <a:t>Data Feedback Loop (L1 MVP)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057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057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Content performance data ingestion (official account API)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468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26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Video → outcome causal record (template / character / time / platform)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337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794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794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Performance dashboard: daily metrics 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663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In-game data stub (DAU/MAU manual input or API)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074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3–4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532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532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Buy-side data connection (TikTok Ads / Meta Ads API)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943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150876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Content Production Enhancements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057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8B"/>
                </a:solidFill>
              </a:rPr>
              <a:t>✓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057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8B"/>
                </a:solidFill>
              </a:rPr>
              <a:t>Character library: save-to-library from character card  ✅ Done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468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CC8B"/>
                </a:solidFill>
              </a:rPr>
              <a:t>Done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8B"/>
                </a:solidFill>
              </a:rPr>
              <a:t>✓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2926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8B"/>
                </a:solidFill>
              </a:rPr>
              <a:t>Wardrobe base image: auto-inherit active look  ✅ Done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337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CC8B"/>
                </a:solidFill>
              </a:rPr>
              <a:t>Done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3794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794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Batch variant production (3 variants per brief, A/B)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4663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Quality auto-scoring (face integrity / motion smoothness)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074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5532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5532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Template auto-save from top-performing videos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5943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Week 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03  HOW TO ACHIEVE  · 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Phase 2 — 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Month 2–3  |  Goal: Insights drive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964692" cy="2560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33856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2–3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Insight Engine (L2)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8483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Sentiment analysis pipeline (Reddit / TikTok comments)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96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4378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Content attribution: character / template / timing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02735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Publishing stage context: same signal → different advice per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616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Competitor monitoring: content trends, buy-side signals, version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73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2–3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20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ROI baseline: cost per action type vs incremental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79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Daily insight report + priority-ranked action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91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508760"/>
            <a:ext cx="36576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Action Recommendation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08483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Action brief generation (structured: trigger / action / expected outcome)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496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84378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Human approval workflow (confirm → queue → agent executes)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255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602735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KOL database: tiered profiles (tier 1/2/3), audience, pricing,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0142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2–3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3616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KOL opportunity detection (content gap, collab invite draft)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773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120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Crisis detection: negative sentiment threshold → crisis mode 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879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Crisis mode: auto-pause all publishing, draft official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6291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1508760"/>
            <a:ext cx="3657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8B"/>
                </a:solidFill>
              </a:rPr>
              <a:t>Distribution &amp;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208483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Regional content variant (subtitle / dubbing auto-gen per region)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496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284378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Compliance gate: content rule check before every publish 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255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602735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Risk scoring: auto-approve / flag / block by risk level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0142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3616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Optimal publish time recommendation (ML from historical data)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773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120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Multi-platform simultaneous publish with platform-specific formatting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03  HOW TO ACHIEVE  · 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Phase 3 —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Month 4–6  |  Goal: Self-learning, semi-autonomous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964692" cy="2560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33856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4–6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6576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Action Agents (Full Suite)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8483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Content Agent: prompt gen → Seedance → quality score → review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96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4378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Distribution Agent: optimal-time auto-publish, matrix + 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02735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KOL Agent: collab tracking, invite draft, performance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616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Ads Agent: creative brief from top performers, budget realloc suggestion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73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4–5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20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Product Agent: player feedback → root cause → PRD draft → Jira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79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Crisis Agent: sentiment watch → crisis mode → response drafting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91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50876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Memory &amp; Self-Learning (L7)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08483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Action archive: trigger → execution → ROI outcome full causal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496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84378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Weekly strategy weight update: high-ROI action types promoted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255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602735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Agent default parameter tuning (timing, style, character preference)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0142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3616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Knowledge base auto-update on new game version releases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773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120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Negative feedback learning: rejected actions reduce recommendation weight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5–6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879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Industry benchmark DB: normal CPM / completion rate by genre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6291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1508760"/>
            <a:ext cx="3657600" cy="493776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1508760"/>
            <a:ext cx="3657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8B"/>
                </a:solidFill>
              </a:rPr>
              <a:t>ROI Tracker &amp; Reporting (L6)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208483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Per-action cost model (tool cost + estimated human-hour equivalent)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496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284378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Incremental value attribution (DAU / revenue lift from action)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255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4–5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602735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Weekly ROI leaderboard: which action types deliver most value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0142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3616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Budget allocation recommendation: shift spend to highest-ROI actions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773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1206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Semi-auto mode: low-risk actions auto-execute without approval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5879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·  Cross-game learning: effective tactics from game A inform game 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6291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B8A"/>
                </a:solidFill>
              </a:rPr>
              <a:t>Month 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03  HOW TO ACHIEVE  ·  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Phase 4 —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Month 6+  |  Goal: Platform runs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877824" cy="256032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33856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6+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303520" cy="1325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64008" cy="132588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18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8B"/>
                </a:solidFill>
              </a:rPr>
              <a:t>Full-Auto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Low-risk actions execute automatically. Humans set direction + guardrails. Weekly review replaces daily approval.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303520" cy="1325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64008" cy="13258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3D Optimization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Account persona × content type × publish timing — continuously optimized by the learning layer for each platform and region.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5303520" cy="1325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64008" cy="13258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Cross-Game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Successful tactics discovered for Game A surface as recommendations for Game B. Platform builds genre-level playbooks over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508760"/>
            <a:ext cx="5303520" cy="1325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508760"/>
            <a:ext cx="64008" cy="132588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618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Autonomous Publishing Flywheel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9659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Sense → Insight → Act → Track → Learn → repeat. Human role shifts from 'operator' to 'director'. 10-person team operates at 100-person scale.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971800"/>
            <a:ext cx="5303520" cy="1325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971800"/>
            <a:ext cx="64008" cy="13258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081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Platform-Level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4290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Aggregated anonymized data across all games builds industry benchmarks. GOBS becomes the reference for what 'good' publishing looks like in each genre.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434840"/>
            <a:ext cx="5303520" cy="13258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434840"/>
            <a:ext cx="64008" cy="13258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5445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What Stays Human (Always)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920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Official brand publishing approval · KOL contract sign-off · Crisis PR final response · Major budget decisions · Product roadmap direction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03  HOW TO ACHIEVE  ·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Master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Feature delivery timeline by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5029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1
Month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234440"/>
            <a:ext cx="2743200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261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2
Month 2–3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2743200" cy="5029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261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3
Month 4–6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234440"/>
            <a:ext cx="2743200" cy="502920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12618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4
Month 6+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828800"/>
            <a:ext cx="457200" cy="621792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828800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Game bind + KB init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828800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Sentiment + competitor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Buy-side deep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1828800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Cross-game benchmark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" y="201168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8DFF"/>
                </a:solidFill>
              </a:rPr>
              <a:t>Data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487168"/>
            <a:ext cx="457200" cy="621792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487168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62432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Perf dashboard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2487168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262432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Attribution + stage-aware advice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487168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62432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ROI-ranked 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2487168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262432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3D optimization 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" y="267004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8DFF"/>
                </a:solidFill>
              </a:rPr>
              <a:t>Insight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3145536"/>
            <a:ext cx="457200" cy="621792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145536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826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Config setup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3145536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32826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Compliance gate + risk scoring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145536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3284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3145536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5640" y="33284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" y="3328416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8DFF"/>
                </a:solidFill>
              </a:rPr>
              <a:t>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803904"/>
            <a:ext cx="457200" cy="621792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803904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9410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Content Agent MVP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3803904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39410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Distribution + KOL 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803904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9410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Full agent suite + crisis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3803904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39410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Full-auto mode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" y="398678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8DFF"/>
                </a:solidFill>
              </a:rPr>
              <a:t>Action Agents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4462272"/>
            <a:ext cx="457200" cy="621792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462272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5994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All actions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0440" y="4462272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11880" y="45994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High-risk only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4462272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45994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High-risk only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46920" y="4462272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38360" y="45994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Brand / budget / crisis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288" y="464515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8DFF"/>
                </a:solidFill>
              </a:rPr>
              <a:t>Human Gate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5120640"/>
            <a:ext cx="457200" cy="621792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5120640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45920" y="5303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20440" y="5120640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11880" y="5257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0"/>
                </a:solidFill>
              </a:rPr>
              <a:t>·  Cost model baseline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5120640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0" y="5257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ROI leaderboard + realloc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46920" y="5120640"/>
            <a:ext cx="3035808" cy="621792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35640" y="5303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" y="530352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8DFF"/>
                </a:solidFill>
              </a:rPr>
              <a:t>ROI Tracker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5779008"/>
            <a:ext cx="457200" cy="621792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5779008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45920" y="5961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20440" y="5779008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09160" y="5961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0" y="5779008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0" y="59161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Action archive + weight update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46920" y="5779008"/>
            <a:ext cx="3035808" cy="621792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738360" y="59161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 Cross-game transfer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288" y="59618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8DFF"/>
                </a:solidFill>
              </a:rPr>
              <a:t>Learning Layer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FF"/>
                </a:solidFill>
              </a:rPr>
              <a:t>03  HOW TO ACHIEVE  · 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Automation vs Human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</a:rPr>
              <a:t>Not everything should be automated — knowing the line is critical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03520" cy="52120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0352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8B"/>
                </a:solidFill>
              </a:rPr>
              <a:t>✅  Can Be Fully Automated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Data collection and daily dashboard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Attribution analysis and insight report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437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Video production (enters review queue — not direct publish)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7413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Matrix / micro-account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0448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Internal reports and PRD draft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Quality auto-scoring and auto-regeneration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65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Competitor and sentiment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955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·  Optimal publish time recommendation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5486400" cy="521208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34440"/>
            <a:ext cx="548640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3533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</a:rPr>
              <a:t>🚫  Always Requires Human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Official brand channel publishing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214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Brand risk — errors are public and permanent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42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KOL partnership 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Commercial relationship — needs human judgment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3009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Crisis PR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6393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Reputational stakes — wrong tone = bigger crisis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05993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Cross-region sensitive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982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Cultural nuance — AI cannot fully assess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188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Major budget reallocation (&gt;$X)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1572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Financial risk — needs accountability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577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Product roadmap / PRD 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9161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B8A"/>
                </a:solidFill>
              </a:rPr>
              <a:t>Business impact — requires stakeholder alignment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publishing flywheel
starts with one decision: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5B8DFF"/>
                </a:solidFill>
              </a:rPr>
              <a:t>Close the data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54864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Everything else — insight, agents, automation, self-learning — follows naturally once we can connect 'what we made' to 'what happened'. Phase 1 is the foundation. Let's start there.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2514600" cy="14630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2514600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8DFF"/>
                </a:solidFill>
              </a:rPr>
              <a:t>1st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1663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Data feedback loop (content → performance)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572000"/>
            <a:ext cx="2514600" cy="14630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4572000"/>
            <a:ext cx="2514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4709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FF"/>
                </a:solidFill>
              </a:rPr>
              <a:t>2nd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1663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Insight engine MVP with stage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572000"/>
            <a:ext cx="2514600" cy="14630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572000"/>
            <a:ext cx="2514600" cy="54864"/>
          </a:xfrm>
          <a:prstGeom prst="rect">
            <a:avLst/>
          </a:prstGeom>
          <a:solidFill>
            <a:srgbClr val="2EC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709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8B"/>
                </a:solidFill>
              </a:rPr>
              <a:t>3rd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1663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Action agents + compliance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4572000"/>
            <a:ext cx="2514600" cy="1463040"/>
          </a:xfrm>
          <a:prstGeom prst="rect">
            <a:avLst/>
          </a:prstGeom>
          <a:solidFill>
            <a:srgbClr val="16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4572000"/>
            <a:ext cx="251460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709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42"/>
                </a:solidFill>
              </a:rPr>
              <a:t>4th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1663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</a:rPr>
              <a:t>Self-learning + ROI tracker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B8A"/>
                </a:solidFill>
              </a:rPr>
              <a:t>GOBS v2.0  ·  Apr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